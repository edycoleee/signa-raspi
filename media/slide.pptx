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7ED7"/>
    <a:srgbClr val="B180D9"/>
    <a:srgbClr val="518D7F"/>
    <a:srgbClr val="589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94660"/>
  </p:normalViewPr>
  <p:slideViewPr>
    <p:cSldViewPr snapToGrid="0">
      <p:cViewPr>
        <p:scale>
          <a:sx n="100" d="100"/>
          <a:sy n="100" d="100"/>
        </p:scale>
        <p:origin x="70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9591FE-48BF-271C-39B4-88C0172B09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61B510-4F9A-EDE4-976A-13FC13EF77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4401A-FC27-4D8B-8612-45DFCC0E29AC}" type="datetimeFigureOut">
              <a:rPr lang="en-ID" smtClean="0"/>
              <a:t>23/10/2025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BCA85-0A09-E4F6-F7D3-CB40720D00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D6CBC-7412-998C-1B1B-4FF3081299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CC27A-5C29-415C-BD0B-2992159CAF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068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76E54-7037-4588-BCA1-6DC4A8565005}" type="datetimeFigureOut">
              <a:rPr lang="en-ID" smtClean="0"/>
              <a:t>23/10/2025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4EFED-90C0-46DC-9239-7836163209C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549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3C5A-E94A-3FA6-649D-13AEE611B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5F69D-EBEA-B001-96B3-ED618D8EE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30649-9F84-8512-5A1F-F67AD7E9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0570-6597-4796-AF71-91286F61F416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B5C21-74D8-13AC-B22B-74C7C1FC0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F4685-C341-C144-C2C1-8DE3A5F6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3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6A74-372B-9061-132E-647999D3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852A-AB1F-8812-A6DA-D5062D04F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883D4-09A1-5A8F-54C4-B2C31132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4D021-1CB9-4B8C-AE03-1A0A49C7C31E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22FB8-16E1-264D-1B43-525A45CA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86AB9-0AAD-24E1-A697-996978C7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95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1379-2D5D-AA0E-6F31-6F72B1C6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016A4-E43B-812E-87B7-D28D25F68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C7F41-DA7B-7D51-4286-8A47BED8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D4E4-610B-4697-841D-12263E73AF2B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E2912-B627-E054-C021-D12966CE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D138-9E46-BEA3-1237-97C9A598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8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746B-DEBD-BF0A-5783-2107D388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1C4C0-71BC-113B-1246-E99F4AE7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3BE33-0CED-7BBB-B061-40FDF3C66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ED69B-1431-C8C6-A2D3-73929373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E25D2-5BC9-4C9A-96DD-C86959394225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651F4-3211-9DC8-9A76-5892792C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E7C60-93BD-9835-316A-0A87445F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0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D4D0-59E5-1EF4-5397-2F129BC8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617BB-8A62-3B1C-D58D-D5C5F4962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A0171-4BA4-B38A-818E-EF886A90A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B6317-1DC7-904C-7765-7BAD62CD8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DCDE4-4BE2-98A5-70D7-38E98D862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15EA79-9BAC-E645-9024-BD1E090D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387E-1998-4DC5-955B-263C1188EE3C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EF0B9-F652-E1A4-D72C-DCEB6D4B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AA43F-21FC-D9E8-2F53-3D55A6C0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8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53254-395E-133B-57B4-04FC87AC7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20F60-8261-6F17-7AAF-25FDC6BA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E366-C6AD-4E21-878E-B1AA595CAB09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A3C3B7-E5B1-2A72-C5FC-264B2A7F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33D19-1803-169E-F389-DC210DB0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0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2419AA-73CE-7F57-69F7-9DA781E4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1BBB-EF1D-4CC0-A53B-BEF87905A001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39B73-9082-3185-133A-35BBF0B9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BB6E-9194-4133-E263-17EA854F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9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B163-6CBD-0922-3E74-A85CBE85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2ABEC-C5A3-2E31-E69A-78C5639CC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7A76B-4336-F36B-7143-17BDCED76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C9A2C-3E33-0590-0B69-F2A8D67A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2DC71-D213-4F2D-83CE-7FE5BF732FA0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DA0A2-3DC7-582A-0A30-364FD8D3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0482B-744D-83FD-82B2-C3B9FCDF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4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0889-F1B5-C17C-E6A7-6511E9A9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1C4D6-9181-F019-E9B7-B7D7C5DBF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41744-5535-A816-B95F-7707B5916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7DB6E-85EA-9ED2-DA09-C891A931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9CE19-71B9-4E07-A5C6-2B4ADCA27B93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0FF4C-2498-73C1-40AE-CD202D3D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C5941-2B6F-7070-76F0-B4193513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A8FE6-217C-76BA-D388-4FDA2F29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47A5A-5EED-0E22-8896-D42FB6F82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F7785-074E-7651-7708-5C834117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D49-83A1-4473-A816-44670AC0B7B1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68D73-A6C1-5AE7-FFBE-36FF820C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4F323-6422-DD8B-DB7C-2834D79B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4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8D7098-4B19-86F1-DD30-203362B34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A9187-B919-765F-6C8D-0A1899AB3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B6BD7-F522-1B1F-16ED-8F09A721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64AAF-4E58-4E3A-B2FD-BFBDC307DE7E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82414-7B92-E0C1-3A7D-26D3F25F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3FCC5-1D61-40C1-278F-37F1EC9F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0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A0281-87F4-5DB1-B2EA-EF8AD8D8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92392-0FA3-D5FE-0344-0F16F243F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0FB1E-C417-D9FC-69CF-10B3B6FE5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282A4-A8BD-4BEC-A558-58424FF8469F}" type="datetime2">
              <a:rPr lang="id-ID" smtClean="0"/>
              <a:t>Kamis, 23 Oktober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B50C7-C733-517C-2C88-F6376CF92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73662-5183-3F7F-8C24-9A509F125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7A3E7-0E29-48CE-A457-95DFC33A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6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6">
              <a:lumMod val="75000"/>
            </a:schemeClr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48F5867-8935-5075-E984-40058EEA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B720C1-CD36-A9E5-25C4-A6FFF3F24D6B}"/>
              </a:ext>
            </a:extLst>
          </p:cNvPr>
          <p:cNvSpPr/>
          <p:nvPr/>
        </p:nvSpPr>
        <p:spPr>
          <a:xfrm>
            <a:off x="3862250" y="1042595"/>
            <a:ext cx="6039395" cy="722812"/>
          </a:xfrm>
          <a:prstGeom prst="rect">
            <a:avLst/>
          </a:prstGeom>
          <a:solidFill>
            <a:srgbClr val="B18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3D7B9-2F30-6ECC-0944-A8034E452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558" y="750185"/>
            <a:ext cx="1504013" cy="1643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5FE423-A18E-A1D9-2C9F-D9B4FA630DD6}"/>
              </a:ext>
            </a:extLst>
          </p:cNvPr>
          <p:cNvSpPr txBox="1"/>
          <p:nvPr/>
        </p:nvSpPr>
        <p:spPr>
          <a:xfrm>
            <a:off x="4693919" y="1058423"/>
            <a:ext cx="44892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PENGUMUMAN</a:t>
            </a:r>
            <a:endParaRPr lang="en-ID" sz="4000" dirty="0">
              <a:solidFill>
                <a:schemeClr val="accent6">
                  <a:lumMod val="20000"/>
                  <a:lumOff val="80000"/>
                </a:schemeClr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B4472-2097-A457-D020-2482E7A0B41A}"/>
              </a:ext>
            </a:extLst>
          </p:cNvPr>
          <p:cNvSpPr txBox="1"/>
          <p:nvPr/>
        </p:nvSpPr>
        <p:spPr>
          <a:xfrm>
            <a:off x="3862250" y="1826984"/>
            <a:ext cx="2142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AF7ED7"/>
                </a:solidFill>
                <a:latin typeface="Arial Black" panose="020B0A04020102020204" pitchFamily="34" charset="0"/>
              </a:rPr>
              <a:t>Update : </a:t>
            </a:r>
            <a:endParaRPr lang="en-ID" sz="2400" dirty="0">
              <a:solidFill>
                <a:srgbClr val="AF7ED7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271CD-5808-EBBF-A3BB-CD3E93E7605A}"/>
              </a:ext>
            </a:extLst>
          </p:cNvPr>
          <p:cNvSpPr/>
          <p:nvPr/>
        </p:nvSpPr>
        <p:spPr>
          <a:xfrm>
            <a:off x="967132" y="2580891"/>
            <a:ext cx="3913392" cy="5245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5037F0-95A6-8C37-9ECB-96C3C1086BC2}"/>
              </a:ext>
            </a:extLst>
          </p:cNvPr>
          <p:cNvSpPr/>
          <p:nvPr/>
        </p:nvSpPr>
        <p:spPr>
          <a:xfrm>
            <a:off x="5943600" y="2558031"/>
            <a:ext cx="5366055" cy="52452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711200" dist="38100" sx="47000" sy="47000" algn="l" rotWithShape="0">
              <a:schemeClr val="accent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E5487B-71EB-79B9-362B-CA74F69477A1}"/>
              </a:ext>
            </a:extLst>
          </p:cNvPr>
          <p:cNvSpPr txBox="1"/>
          <p:nvPr/>
        </p:nvSpPr>
        <p:spPr>
          <a:xfrm>
            <a:off x="6159550" y="2618991"/>
            <a:ext cx="4984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Perubahan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Jadwal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Poliklinik</a:t>
            </a:r>
            <a:endParaRPr lang="en-ID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79AD0C-0833-E7AD-ACCC-6B04B064C06E}"/>
              </a:ext>
            </a:extLst>
          </p:cNvPr>
          <p:cNvSpPr txBox="1"/>
          <p:nvPr/>
        </p:nvSpPr>
        <p:spPr>
          <a:xfrm>
            <a:off x="1027536" y="2618991"/>
            <a:ext cx="374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Dokter Cuti</a:t>
            </a:r>
            <a:endParaRPr lang="en-ID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98F07E4C-691A-ACE6-8BD3-41A06816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83580" y="1875253"/>
            <a:ext cx="3775862" cy="365125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fld id="{1C5A505A-A6CC-4FA9-B079-DA31BDA95342}" type="datetime2">
              <a:rPr lang="id-ID" sz="2000" smtClean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Kamis, 23 Oktober 2025</a:t>
            </a:fld>
            <a:endParaRPr lang="en-US" sz="2000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39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Edy Cole</dc:creator>
  <cp:lastModifiedBy>Muhammad Amiruddin Yahya</cp:lastModifiedBy>
  <cp:revision>4</cp:revision>
  <dcterms:created xsi:type="dcterms:W3CDTF">2025-10-23T02:47:46Z</dcterms:created>
  <dcterms:modified xsi:type="dcterms:W3CDTF">2025-10-23T04:55:25Z</dcterms:modified>
</cp:coreProperties>
</file>